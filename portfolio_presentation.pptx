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379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690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7656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02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740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081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178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77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202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956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291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77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Website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Romisaa - Front-End Developer Student</a:t>
            </a:r>
          </a:p>
          <a:p>
            <a:r>
              <a:t>Personal portfolio project</a:t>
            </a:r>
          </a:p>
          <a:p>
            <a:r>
              <a:t>Designed to showcase skills and projects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and modern portfolio website</a:t>
            </a:r>
          </a:p>
          <a:p>
            <a:r>
              <a:t>Highlights personal skills and experience</a:t>
            </a:r>
          </a:p>
          <a:p>
            <a:r>
              <a:t>Provides contact and project information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 for structure</a:t>
            </a:r>
          </a:p>
          <a:p>
            <a:r>
              <a:t>CSS &amp; Bootstrap for design</a:t>
            </a:r>
          </a:p>
          <a:p>
            <a:r>
              <a:t>JavaScript for interactivity</a:t>
            </a:r>
          </a:p>
          <a:p>
            <a:r>
              <a:t>Font Awesome for icons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Website Sections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Navbar: navigation between pages</a:t>
            </a:r>
          </a:p>
          <a:p>
            <a:r>
              <a:rPr dirty="0"/>
              <a:t>Hero: introduction and main message</a:t>
            </a:r>
          </a:p>
          <a:p>
            <a:r>
              <a:rPr dirty="0"/>
              <a:t>About: personal info and skills</a:t>
            </a:r>
          </a:p>
          <a:p>
            <a:r>
              <a:rPr dirty="0"/>
              <a:t>Projects: showcase of work</a:t>
            </a:r>
          </a:p>
          <a:p>
            <a:r>
              <a:rPr dirty="0"/>
              <a:t>Contact:</a:t>
            </a:r>
            <a:r>
              <a:rPr lang="en-US" dirty="0"/>
              <a:t> contact with user</a:t>
            </a:r>
            <a:endParaRPr dirty="0"/>
          </a:p>
          <a:p>
            <a:r>
              <a:rPr dirty="0"/>
              <a:t>Footer: links and social media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Dark Mode for better user experience</a:t>
            </a:r>
          </a:p>
          <a:p>
            <a:r>
              <a:t>Scroll to top button</a:t>
            </a:r>
          </a:p>
          <a:p>
            <a:r>
              <a:t>Simple animations and hover effects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Responsive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Works on mobile screens</a:t>
            </a:r>
          </a:p>
          <a:p>
            <a:r>
              <a:t>Responsive using Bootstrap grid</a:t>
            </a:r>
          </a:p>
          <a:p>
            <a:r>
              <a:t>Adapts to different screen sizes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backend for contact form</a:t>
            </a:r>
          </a:p>
          <a:p>
            <a:r>
              <a:t>Improve animations</a:t>
            </a:r>
          </a:p>
          <a:p>
            <a:r>
              <a:t>Add more projects</a:t>
            </a:r>
          </a:p>
          <a:p>
            <a:r>
              <a:t>Deploy website online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Represents my journey in web development</a:t>
            </a:r>
          </a:p>
          <a:p>
            <a:r>
              <a:t>Shows my ability to build websites</a:t>
            </a:r>
          </a:p>
          <a:p>
            <a:r>
              <a:t>Simple, clean, and user-friendly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</TotalTime>
  <Words>152</Words>
  <Application>Microsoft Office PowerPoint</Application>
  <PresentationFormat>On-screen Show (4:3)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Gill Sans MT</vt:lpstr>
      <vt:lpstr>Parcel</vt:lpstr>
      <vt:lpstr>Portfolio Website</vt:lpstr>
      <vt:lpstr>Project Overview</vt:lpstr>
      <vt:lpstr>Technologies Used</vt:lpstr>
      <vt:lpstr>Website Sections</vt:lpstr>
      <vt:lpstr>Key Features</vt:lpstr>
      <vt:lpstr>Responsive Design</vt:lpstr>
      <vt:lpstr>Future Improvements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lapp acc</cp:lastModifiedBy>
  <cp:revision>2</cp:revision>
  <dcterms:created xsi:type="dcterms:W3CDTF">2013-01-27T09:14:16Z</dcterms:created>
  <dcterms:modified xsi:type="dcterms:W3CDTF">2026-03-28T15:01:52Z</dcterms:modified>
  <cp:category/>
</cp:coreProperties>
</file>